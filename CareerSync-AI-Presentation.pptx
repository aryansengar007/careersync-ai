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486400" cy="5486400"/>
          </a:xfrm>
          <a:prstGeom prst="ellipse">
            <a:avLst/>
          </a:prstGeom>
          <a:solidFill>
            <a:srgbClr val="6C63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2377440"/>
            <a:ext cx="3840480" cy="38404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1759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CareerSync 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0" y="303580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Career, Synced with AI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255368" y="35844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career platform for students &amp; freshers — resumes, cover letters,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tracking and interview prep, in one place.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72888" y="5074920"/>
            <a:ext cx="1645920" cy="0"/>
          </a:xfrm>
          <a:prstGeom prst="line">
            <a:avLst/>
          </a:prstGeom>
          <a:noFill/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Sengar  |  B.Tech CSE (AI &amp; ML), The NorthCap University  | 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and freshers juggle five different tools to manage one job search — a resume in Google Docs, a cover letter rewritten from scratch every time, applications tracked in a notes app, and interview prep scattered across old PDFs and YouTube playlists.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 brings all four into a single, AI-assisted platform — built specifically for the first-job search, where a five-minute fix to a resume bullet can be the difference between an ATS rejection and an interview call.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tool-switching during placement season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instant, actionable feedback through ATS scoring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stage of the application funnel visible in one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26680" y="1691640"/>
            <a:ext cx="3840480" cy="4526280"/>
          </a:xfrm>
          <a:prstGeom prst="roundRect">
            <a:avLst>
              <a:gd name="adj" fmla="val 2381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92440" y="2057400"/>
            <a:ext cx="685800" cy="68580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748" y="22357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26680" y="2926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C63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4-in-1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772668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toolkit, one account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4160520"/>
            <a:ext cx="2834640" cy="0"/>
          </a:xfrm>
          <a:prstGeom prst="line">
            <a:avLst/>
          </a:prstGeom>
          <a:noFill/>
          <a:ln w="9525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9560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pPr algn="ctr" indent="0" marL="0">
              <a:buNone/>
            </a:pPr>
            <a:r>
              <a:rPr lang="en-US" sz="11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 ·  </a:t>
            </a:r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Firebase</a:t>
            </a:r>
            <a:pPr algn="ctr" indent="0" marL="0">
              <a:buNone/>
            </a:pPr>
            <a:r>
              <a:rPr lang="en-US" sz="11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Demo-mode ready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01000" y="5074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specific chaos of placement season — not a generic productivity app.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CORE PILLARS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594360" cy="59436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1662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208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Resume Builder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editor with a live ATS-readiness score and one-click PDF export.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11680"/>
            <a:ext cx="594360" cy="59436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21662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2082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Cover Letter Generator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83680" y="26974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real specifics from your resume into a structured, editable draft.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51960"/>
            <a:ext cx="594360" cy="59436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4" y="44064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6110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Job Tracker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60120" y="4937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Kanban board across Applied, Interviewing, Offer and Rejected.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51960"/>
            <a:ext cx="594360" cy="59436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214" y="44064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6110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Interview Prep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583680" y="4937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HR question banks, plus company-wise focus areas.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— USER JOURNEY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40968" y="196596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163" y="2156155"/>
            <a:ext cx="351130" cy="3511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71320" y="187452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87132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0888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 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0888" y="331927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or continue in Demo Mode — no card required.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2598268" y="21305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35528" y="196596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723" y="2156155"/>
            <a:ext cx="351130" cy="35113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65880" y="187452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0"/>
          <p:cNvSpPr/>
          <p:nvPr/>
        </p:nvSpPr>
        <p:spPr>
          <a:xfrm>
            <a:off x="406588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95448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Resume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895448" y="331927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sections and watch your ATS score update live.</a:t>
            </a:r>
            <a:endParaRPr lang="en-US" sz="1030" dirty="0"/>
          </a:p>
        </p:txBody>
      </p:sp>
      <p:sp>
        <p:nvSpPr>
          <p:cNvPr id="17" name="Text 13"/>
          <p:cNvSpPr/>
          <p:nvPr/>
        </p:nvSpPr>
        <p:spPr>
          <a:xfrm>
            <a:off x="4792828" y="21305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730088" y="196596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83" y="2156155"/>
            <a:ext cx="351130" cy="35113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60440" y="187452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6"/>
          <p:cNvSpPr/>
          <p:nvPr/>
        </p:nvSpPr>
        <p:spPr>
          <a:xfrm>
            <a:off x="626044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90008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Generate Letter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090008" y="331927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from your resume's real details.</a:t>
            </a:r>
            <a:endParaRPr lang="en-US" sz="1030" dirty="0"/>
          </a:p>
        </p:txBody>
      </p:sp>
      <p:sp>
        <p:nvSpPr>
          <p:cNvPr id="24" name="Text 19"/>
          <p:cNvSpPr/>
          <p:nvPr/>
        </p:nvSpPr>
        <p:spPr>
          <a:xfrm>
            <a:off x="6987388" y="21305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7924648" y="196596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843" y="2156155"/>
            <a:ext cx="351130" cy="35113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55000" y="187452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2"/>
          <p:cNvSpPr/>
          <p:nvPr/>
        </p:nvSpPr>
        <p:spPr>
          <a:xfrm>
            <a:off x="845500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284568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Track Applications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284568" y="331927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cards across your hiring pipeline.</a:t>
            </a:r>
            <a:endParaRPr lang="en-US" sz="1030" dirty="0"/>
          </a:p>
        </p:txBody>
      </p:sp>
      <p:sp>
        <p:nvSpPr>
          <p:cNvPr id="31" name="Text 25"/>
          <p:cNvSpPr/>
          <p:nvPr/>
        </p:nvSpPr>
        <p:spPr>
          <a:xfrm>
            <a:off x="9181948" y="21305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10119208" y="196596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9403" y="2156155"/>
            <a:ext cx="351130" cy="35113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649560" y="187452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28"/>
          <p:cNvSpPr/>
          <p:nvPr/>
        </p:nvSpPr>
        <p:spPr>
          <a:xfrm>
            <a:off x="1064956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479128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 &amp; Progress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9479128" y="331927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questions, monitor it all from the dashboard.</a:t>
            </a:r>
            <a:endParaRPr lang="en-US" sz="1030" dirty="0"/>
          </a:p>
        </p:txBody>
      </p:sp>
      <p:sp>
        <p:nvSpPr>
          <p:cNvPr id="38" name="Shape 31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1005840" y="489204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writes to the same data layer, so a skill added in the Resume Builder is instantly available to the Cover Letter Generator — nothing is re-typed twice.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— 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5148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89608" y="201168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803" y="2201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5148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0908" y="34747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design system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+ GSAP animation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navigation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5628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0088" y="201168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83" y="22018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35628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Auth &amp; Backend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1388" y="34747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local Demo Mode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dashboard routes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required to start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76108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0568" y="201168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763" y="22018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6108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&amp; Export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41868" y="34747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localStorage, namespaced per user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Resumes, letters &amp; applications persist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+ html2canvas export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A4 PDF pagination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— TARGET AUDIENCE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58368" cy="65836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90853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916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Students &amp; Final-Year Candidates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0756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placement-ready resume and prep for campus interviews without juggling five different tools.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554480" y="2660904"/>
            <a:ext cx="9601200" cy="0"/>
          </a:xfrm>
          <a:prstGeom prst="line">
            <a:avLst/>
          </a:prstGeom>
          <a:noFill/>
          <a:ln w="12700">
            <a:solidFill>
              <a:srgbClr val="EFED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816352"/>
            <a:ext cx="658368" cy="65836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2987528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77063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Active Freshers &amp; Job Seekers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54480" y="3154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application across companies and never lose sight of where a candidacy actually stands.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554480" y="3739896"/>
            <a:ext cx="9601200" cy="0"/>
          </a:xfrm>
          <a:prstGeom prst="line">
            <a:avLst/>
          </a:prstGeom>
          <a:noFill/>
          <a:ln w="12700">
            <a:solidFill>
              <a:srgbClr val="EFED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895344"/>
            <a:ext cx="658368" cy="65836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4066520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84962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College Placement Cells &amp; Mentors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54480" y="423367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students toward one consistent, ATS-aware resume format instead of a dozen inconsistent templates.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554480" y="4818888"/>
            <a:ext cx="9601200" cy="0"/>
          </a:xfrm>
          <a:prstGeom prst="line">
            <a:avLst/>
          </a:prstGeom>
          <a:noFill/>
          <a:ln w="12700">
            <a:solidFill>
              <a:srgbClr val="EFEDF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4974336"/>
            <a:ext cx="658368" cy="65836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5145512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92861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Career Switchers &amp; Self-Learners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554480" y="531266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toolkit to reposition existing experience for a first role in a new domain.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PLATFORM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Advantages &amp; Disadvantages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E8F6EC"/>
          </a:solidFill>
          <a:ln w="12700">
            <a:solidFill>
              <a:srgbClr val="E8F6EC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74320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platform — no switching between five tools during placement season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ATS scoring gives instant, actionable resume feedback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tracker turns a chaotic spreadsheet into a visual pipeline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via Demo Mode — no backend setup required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use, with no recruiter spam or paid tiers gating core features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FCEEE8"/>
          </a:solidFill>
          <a:ln w="12700">
            <a:solidFill>
              <a:srgbClr val="FCEEE8"/>
            </a:solidFill>
            <a:prstDash val="solid"/>
          </a:ln>
          <a:effectLst>
            <a:outerShdw sx="100000" sy="100000" kx="0" ky="0" algn="bl" rotWithShape="0" blurRad="1143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E254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7568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54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Disadvantages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74320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generation is template-based, not a live generative AI model yet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is a heuristic estimate, not a guarantee against a real parser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data lives only in the browser — clearing site data erases it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B4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mobile app; relies on a responsive web experience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2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848185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4592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LLM Integration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34840" y="1645920"/>
            <a:ext cx="7116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template engine for a real Anthropic/OpenAI call for cover letters and resume rewriting.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10911535" cy="0"/>
          </a:xfrm>
          <a:prstGeom prst="line">
            <a:avLst/>
          </a:prstGeom>
          <a:noFill/>
          <a:ln w="12700">
            <a:solidFill>
              <a:srgbClr val="EFED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78608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2726009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2374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Cloud Sync via Firestore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434840" y="2523744"/>
            <a:ext cx="7116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data from localStorage to Firestore for true multi-device sync.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346704"/>
            <a:ext cx="10911535" cy="0"/>
          </a:xfrm>
          <a:prstGeom prst="line">
            <a:avLst/>
          </a:prstGeom>
          <a:noFill/>
          <a:ln w="12700">
            <a:solidFill>
              <a:srgbClr val="EFED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456432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60383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0156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Native Mobile App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434840" y="3401568"/>
            <a:ext cx="7116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app for tracking applications and prepping on the go.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224528"/>
            <a:ext cx="10911535" cy="0"/>
          </a:xfrm>
          <a:prstGeom prst="line">
            <a:avLst/>
          </a:prstGeom>
          <a:noFill/>
          <a:ln w="12700">
            <a:solidFill>
              <a:srgbClr val="EFEDF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4334256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481657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27939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Placement-Cell Integration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434840" y="4279392"/>
            <a:ext cx="7116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recruiter/admin view to monitor batch-wide readiness and activity.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5102352"/>
            <a:ext cx="10911535" cy="0"/>
          </a:xfrm>
          <a:prstGeom prst="line">
            <a:avLst/>
          </a:prstGeom>
          <a:noFill/>
          <a:ln w="12700">
            <a:solidFill>
              <a:srgbClr val="EFEDF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5212080"/>
            <a:ext cx="566928" cy="566928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359481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157216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Resume Analytics &amp; A/B Testing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434840" y="5157216"/>
            <a:ext cx="71167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different resume versions perform across applications.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0362895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5486400" cy="5486400"/>
          </a:xfrm>
          <a:prstGeom prst="ellipse">
            <a:avLst/>
          </a:prstGeom>
          <a:solidFill>
            <a:srgbClr val="6C63F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286000"/>
            <a:ext cx="5029200" cy="5029200"/>
          </a:xfrm>
          <a:prstGeom prst="ellipse">
            <a:avLst/>
          </a:prstGeom>
          <a:solidFill>
            <a:srgbClr val="A78BF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4368" y="1417320"/>
            <a:ext cx="822960" cy="82296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8337" y="16312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3401568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72888" y="4114800"/>
            <a:ext cx="1645920" cy="0"/>
          </a:xfrm>
          <a:prstGeom prst="line">
            <a:avLst/>
          </a:prstGeom>
          <a:noFill/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Sengar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0" y="47091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ML), The NorthCap University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9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github.com/aryansengar007  ·  aryan-sengar-portfolio-v2.netlify.app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CareerSync AI — Project Presentation</dc:title>
  <dc:subject>PptxGenJS Presentation</dc:subject>
  <dc:creator>Aryan Sengar</dc:creator>
  <cp:lastModifiedBy>Aryan Sengar</cp:lastModifiedBy>
  <cp:revision>1</cp:revision>
  <dcterms:created xsi:type="dcterms:W3CDTF">2026-06-26T09:38:22Z</dcterms:created>
  <dcterms:modified xsi:type="dcterms:W3CDTF">2026-06-26T09:38:22Z</dcterms:modified>
</cp:coreProperties>
</file>